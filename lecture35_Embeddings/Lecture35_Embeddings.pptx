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1,536 is a common size for OpenAI embeddings; sizes vary by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 ·  GENERATIVE AI  ·  LECTURE 35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Embeddings: Search by Meaning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 matches words.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match meaning.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 misses what people mean.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82296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 </a:t>
            </a:r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“cheap flights to Goa”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92608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“Affordable airfare for a beach trip on India’s west coast”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9260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0 matching words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70332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“Budget air tickets for a Panjim holiday”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37033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0 matching words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4805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“Low-cost airlines flying into Dabolim”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4805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0 matching words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mean the same thing. Keyword search finds none of them.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WHAT AN EMBEDDING 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in, a list of numbers out.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puppy playing”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212080" y="201168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0E3A4A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0" y="2011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8321040" y="201168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20116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-0.83,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0.45, 0.07,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… 1,536 numbers]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number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526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a tiny bit of meaning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34840" y="39319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meaning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526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similar numbers, even with different words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9319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length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526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text gets the same size list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embedding is the meaning of text, written as numbers a computer can compare.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MEANING AS A LOCATION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meanings land close together.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7498080" cy="3931920"/>
          </a:xfrm>
          <a:prstGeom prst="roundRect">
            <a:avLst>
              <a:gd name="adj" fmla="val 2791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2148840"/>
            <a:ext cx="2743200" cy="1508760"/>
          </a:xfrm>
          <a:prstGeom prst="ellipse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2267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697480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29968" y="26151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9968" y="29352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3337560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29968" y="32552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retriever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057400"/>
            <a:ext cx="2743200" cy="1508760"/>
          </a:xfrm>
          <a:prstGeom prst="ellipse">
            <a:avLst/>
          </a:prstGeom>
          <a:solidFill>
            <a:srgbClr val="29B5E8">
              <a:alpha val="15000"/>
            </a:srgbClr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640" y="2606040"/>
            <a:ext cx="128016" cy="12801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21808" y="25237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biryani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2926080"/>
            <a:ext cx="128016" cy="12801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21808" y="28437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pulao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3246120"/>
            <a:ext cx="128016" cy="12801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21808" y="31638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 rice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20640" y="3931920"/>
            <a:ext cx="2743200" cy="1508760"/>
          </a:xfrm>
          <a:prstGeom prst="ellipse">
            <a:avLst/>
          </a:prstGeom>
          <a:solidFill>
            <a:srgbClr val="FFC857">
              <a:alpha val="15000"/>
            </a:srgbClr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94960" y="4050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94960" y="4480560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96128" y="43982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94960" y="4800600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96128" y="47183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automobile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94960" y="5120640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96128" y="50383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94560" y="3840480"/>
            <a:ext cx="201168" cy="201168"/>
          </a:xfrm>
          <a:prstGeom prst="ellipse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68880" y="37764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“my pet”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5953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embeddings have ~1,500 dimensions. We draw 2 so we can see it.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3474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= find the dots nearest your query.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 pet” lands near dog and puppy, even with zero shared words.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MEASURING CLOSENESS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similarity: how close two meanings are.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804672"/>
          </a:xfrm>
          <a:prstGeom prst="roundRect">
            <a:avLst>
              <a:gd name="adj" fmla="val 1363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20240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“car”  vs  “automobile”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2231136"/>
            <a:ext cx="2926080" cy="182880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2231136"/>
            <a:ext cx="2574950" cy="18288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87000" y="192024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10515600" cy="804672"/>
          </a:xfrm>
          <a:prstGeom prst="roundRect">
            <a:avLst>
              <a:gd name="adj" fmla="val 1363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880360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I reset my password?”  vs  “I forgot my login”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23760" y="3191256"/>
            <a:ext cx="2926080" cy="182880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3191256"/>
            <a:ext cx="2370125" cy="18288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87000" y="288036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10515600" cy="804672"/>
          </a:xfrm>
          <a:prstGeom prst="roundRect">
            <a:avLst>
              <a:gd name="adj" fmla="val 1363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3840480"/>
            <a:ext cx="6035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“car”  vs  “banana bread recipe”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23760" y="4151376"/>
            <a:ext cx="2926080" cy="182880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4151376"/>
            <a:ext cx="351130" cy="182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287000" y="384048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to 1 = more similar meaning. Scores are illustrative; exact values depend on the model.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need the maths. Higher score, closer meaning.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HOW SEMANTIC SEARCH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once. Compare every time.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Embed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document, once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numbers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651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66160" y="20116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Embed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user’s query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651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Compare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vs every document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2651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052560" y="20116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Return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matches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scores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20624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4206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</a:t>
            </a:r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embed the documents and the query with the same model. Numbers from different models can’t be compared.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thousands of documents, a vector database does step 3 fast.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·  WHERE EMBEDDINGS ARE USED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Quietly behind a lot of AI.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871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docs, products or tickets by meaning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4871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right documents before the LLM answers (next lecture)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871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“Customers who liked this also liked…”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159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natural clusters in thousands of texts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3159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same complaint written different ways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memory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3159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past messages that matter right now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RAG system starts with embeddings. That’s why we learn them first.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2026-10-04T03:03:24Z</dcterms:created>
  <dcterms:modified xsi:type="dcterms:W3CDTF">2026-10-04T03:03:24Z</dcterms:modified>
</cp:coreProperties>
</file>