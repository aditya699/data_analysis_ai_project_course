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Lecture 27 we met the idea. In Lecture 21 Snowflake built one for us. Today we open the box: what an agent actually is, step by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Pseudo-code only. Point out the comment: the model never runs the tool itself; it asks, and our code runs it. That is tool calling, next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Uses the RAG we built as a tool. Nobody wrote "search then calculate"; the model worked out that order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Anthropic’s guidance on building agents: start with the simplest thing that works, and only add agent autonomy when the steps genuinely can’t be known in advance.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09  ·  AGENTS  ·  LECTURE 38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Agent?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in a loop, with tools,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the job is done.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WHERE WE ARE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so far: one question, one answer.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Analyzer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06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in → JSON out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34840" y="187452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606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in → reply out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874520"/>
            <a:ext cx="3291840" cy="1554480"/>
          </a:xfrm>
          <a:prstGeom prst="roundRect">
            <a:avLst>
              <a:gd name="adj" fmla="val 705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app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606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→ search → answer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749040"/>
            <a:ext cx="10515600" cy="1645920"/>
          </a:xfrm>
          <a:prstGeom prst="roundRect">
            <a:avLst>
              <a:gd name="adj" fmla="val 6667"/>
            </a:avLst>
          </a:prstGeom>
          <a:solidFill>
            <a:srgbClr val="1D1D1F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decided every step in advance.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480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code said: search, then answer. Always. The model never chose what to do next.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is what happens when the model decides the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THE DEFINITION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decides its own next step.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15600" cy="1188720"/>
          </a:xfrm>
          <a:prstGeom prst="roundRect">
            <a:avLst>
              <a:gd name="adj" fmla="val 9231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745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= </a:t>
            </a:r>
            <a:pPr indent="0" marL="0">
              <a:buNone/>
            </a:pPr>
            <a:r>
              <a:rPr lang="en-US" sz="20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that, given a goal and some tools, chooses which tool to use, looks at the result, and repeats until the goal is met.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38328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goal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114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single question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20440" y="338328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0332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4114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 it can do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38328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loop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114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going until done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15400" y="3383280"/>
            <a:ext cx="2468880" cy="1737360"/>
          </a:xfrm>
          <a:prstGeom prst="roundRect">
            <a:avLst>
              <a:gd name="adj" fmla="val 631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9828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stop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4114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when it’s finished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 as before. What changes is who decides the steps.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·  THE AGENT LOOP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Think. Act. Observe. Repeat.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should I do next?”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377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566160" y="196596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a tool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377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9360" y="196596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tool’s result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2377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052560" y="196596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0E3A4A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Done?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answer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→ think again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326880" y="3429000"/>
            <a:ext cx="0" cy="411480"/>
          </a:xfrm>
          <a:prstGeom prst="line">
            <a:avLst/>
          </a:prstGeom>
          <a:noFill/>
          <a:ln w="19050">
            <a:solidFill>
              <a:srgbClr val="29B5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3840480"/>
            <a:ext cx="7315200" cy="0"/>
          </a:xfrm>
          <a:prstGeom prst="line">
            <a:avLst/>
          </a:prstGeom>
          <a:noFill/>
          <a:ln w="19050">
            <a:solidFill>
              <a:srgbClr val="29B5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0" y="3429000"/>
            <a:ext cx="0" cy="411480"/>
          </a:xfrm>
          <a:prstGeom prst="line">
            <a:avLst/>
          </a:prstGeom>
          <a:noFill/>
          <a:ln w="19050">
            <a:solidFill>
              <a:srgbClr val="29B5E8"/>
            </a:solidFill>
            <a:prstDash val="solid"/>
            <a:headEnd type="triangle"/>
          </a:ln>
        </p:spPr>
      </p:sp>
      <p:sp>
        <p:nvSpPr>
          <p:cNvPr id="22" name="Text 20"/>
          <p:cNvSpPr txBox="1"/>
          <p:nvPr/>
        </p:nvSpPr>
        <p:spPr>
          <a:xfrm>
            <a:off x="457200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not done yet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443484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449884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not done: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next_step = model.decide(goal, history)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run(next_step)          # your code runs the tool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history.append(result)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That’s the whole idea. An agent is a while loop around an LLM.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·  WATCH ONE RUN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joined on 1 July and took 4 days off. How much earned leave is left?”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457200"/>
          </a:xfrm>
          <a:prstGeom prst="roundRect">
            <a:avLst>
              <a:gd name="adj" fmla="val 24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783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need the leave policy for new joiners.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10515600" cy="457200"/>
          </a:xfrm>
          <a:prstGeom prst="roundRect">
            <a:avLst>
              <a:gd name="adj" fmla="val 24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331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search_handbook(“earned leave new joiners”)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10515600" cy="457200"/>
          </a:xfrm>
          <a:prstGeom prst="roundRect">
            <a:avLst>
              <a:gd name="adj" fmla="val 24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28803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“Join 1 July → 9 days of earned leave” (p.2)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10515600" cy="457200"/>
          </a:xfrm>
          <a:prstGeom prst="roundRect">
            <a:avLst>
              <a:gd name="adj" fmla="val 24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429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429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subtract the 4 days taken.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977640"/>
            <a:ext cx="10515600" cy="457200"/>
          </a:xfrm>
          <a:prstGeom prst="roundRect">
            <a:avLst>
              <a:gd name="adj" fmla="val 24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977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calculator(9 - 4)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526280"/>
            <a:ext cx="10515600" cy="457200"/>
          </a:xfrm>
          <a:prstGeom prst="roundRect">
            <a:avLst>
              <a:gd name="adj" fmla="val 2400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4526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4526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5074920"/>
            <a:ext cx="10515600" cy="457200"/>
          </a:xfrm>
          <a:prstGeom prst="roundRect">
            <a:avLst>
              <a:gd name="adj" fmla="val 24000"/>
            </a:avLst>
          </a:prstGeom>
          <a:solidFill>
            <a:srgbClr val="1D1D1F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5074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468880" y="5074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5 days of earned leave left (HR Handbook, p.2).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tools, two loops, one answer. The model chose both steps itself.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·  WORKFLOW VS AGENT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decides the steps?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code decides the steps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1546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path every time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Predictable, cheaper, easy to test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RAG app: search → answer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87452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decides the steps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1546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path for each task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Flexible, handles the unexpected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more, needs limits and checks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know the steps, write a workflow. If you don’t, use an agent.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·  YOU’VE USED AGENTS ALL COURSE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loop, different tools.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15600" cy="1005840"/>
          </a:xfrm>
          <a:prstGeom prst="roundRect">
            <a:avLst>
              <a:gd name="adj" fmla="val 1090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745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8745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files, writes code, runs it, fixes errors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8745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OrderIQ in Lectures 11–17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10515600" cy="1005840"/>
          </a:xfrm>
          <a:prstGeom prst="roundRect">
            <a:avLst>
              <a:gd name="adj" fmla="val 1090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30632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FIRST_AGENT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0632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Cortex Analyst, writes SQL, runs it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30632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answered OrderIQ questions in Lecture 21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251960"/>
            <a:ext cx="10515600" cy="1005840"/>
          </a:xfrm>
          <a:prstGeom prst="roundRect">
            <a:avLst>
              <a:gd name="adj" fmla="val 10909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2519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42519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your Snowflake account, runs skills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4251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our semantic view in Lecture 23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we build one ourselves, so it’s not magic anymore.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·  WHAT CAN GO WRONG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Freedom needs limits.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768096"/>
          </a:xfrm>
          <a:prstGeom prst="roundRect">
            <a:avLst>
              <a:gd name="adj" fmla="val 1428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28800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forever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828800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calling tools and never finishes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828800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Set a max number of steps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724912"/>
            <a:ext cx="10515600" cy="768096"/>
          </a:xfrm>
          <a:prstGeom prst="roundRect">
            <a:avLst>
              <a:gd name="adj" fmla="val 1428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724912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tool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724912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a tool that doesn’t fit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2724912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Clear tool names and descriptions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621024"/>
            <a:ext cx="10515600" cy="768096"/>
          </a:xfrm>
          <a:prstGeom prst="roundRect">
            <a:avLst>
              <a:gd name="adj" fmla="val 1428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621024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Risky actions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621024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deletes, sends or pays without asking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3621024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Read-only tools, human approval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517136"/>
            <a:ext cx="10515600" cy="768096"/>
          </a:xfrm>
          <a:prstGeom prst="roundRect">
            <a:avLst>
              <a:gd name="adj" fmla="val 1428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517136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Runaway cost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474720" y="4517136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loop is another paid call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4517136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Budget and step limits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are powerful because they choose. That’s also why they need guardrails.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2026-10-08T02:35:17Z</dcterms:created>
  <dcterms:modified xsi:type="dcterms:W3CDTF">2026-10-08T02:35:17Z</dcterms:modified>
</cp:coreProperties>
</file>