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Snowflake how to read a CSV.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846320" cy="182880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Snowflake sees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order_id,customer_id,order_date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ORD000001,C04211,2024-03-17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91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text. No structure.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questions it can’t answer alone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468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 separates the columns?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8529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Is row 1 headers or data?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2369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Are values wrapped in quotes?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6210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Which text means empty?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them once. Save it as FF_CSV. Reuse it for every CSV in the project.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526280"/>
          <a:ext cx="105156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49377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FIELD_DELIMITER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 separates our columns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SKIP_HEADER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1 is names — forget it and they load as 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FIELD_OPTIONALLY_ENCLOSED_BY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"Delhi, India" as one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NULL_IF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'', NA, null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data says NA as text — make it a real NULL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TRIM_SPACE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Kills stray spaces in ‘ Delhi 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once, reuse everywhere. Change it in one place and every load stays consistent.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2026-09-19T03:11:24Z</dcterms:created>
  <dcterms:modified xsi:type="dcterms:W3CDTF">2026-09-19T03:11:24Z</dcterms:modified>
</cp:coreProperties>
</file>