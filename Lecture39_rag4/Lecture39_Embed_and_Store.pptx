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PART 4  ·  EMBED + STORE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Your Document Searchable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4C7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4C7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9B5E8"/>
          </a:solidFill>
          <a:ln w="15875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672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9B5E8"/>
          </a:solidFill>
          <a:ln w="15875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2124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A3A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each chunk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2743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“3.1 Leave for new joiners…”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560320" y="2743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0E3A4A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5176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65176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embeddings API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29768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72000" y="2743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-0.83, …]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583680" y="269748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66560" y="27614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 (ChromaDB)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3154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each chunk as one row:  id  ·  vector  ·  text  ·  source, page, section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Then, every time someone asks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443484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434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828800" y="46177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057400" y="443484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03120" y="4434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it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3337560" y="46177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566160" y="443484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11880" y="4434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nearest vectors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4846320" y="46177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074920" y="443484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120640" y="4434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chunks + page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658368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vector database?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583680" y="4434840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76656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7955280" y="4434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closest matches among millions of chunks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583680" y="4983480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66560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350" dirty="0"/>
          </a:p>
        </p:txBody>
      </p:sp>
      <p:sp>
        <p:nvSpPr>
          <p:cNvPr id="61" name="Text 59"/>
          <p:cNvSpPr txBox="1"/>
          <p:nvPr/>
        </p:nvSpPr>
        <p:spPr>
          <a:xfrm>
            <a:off x="7955280" y="4983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vector, text and metadata in one place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583680" y="5532120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766560" y="5532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350" dirty="0"/>
          </a:p>
        </p:txBody>
      </p:sp>
      <p:sp>
        <p:nvSpPr>
          <p:cNvPr id="64" name="Text 62"/>
          <p:cNvSpPr txBox="1"/>
          <p:nvPr/>
        </p:nvSpPr>
        <p:spPr>
          <a:xfrm>
            <a:off x="7955280" y="5532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once, search forever: no re-paying for embeddings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5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become numbers, numbers go in the database, and now your document is searchable by meaning.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2026-10-07T14:16:14Z</dcterms:created>
  <dcterms:modified xsi:type="dcterms:W3CDTF">2026-10-07T14:16:14Z</dcterms:modified>
</cp:coreProperties>
</file>