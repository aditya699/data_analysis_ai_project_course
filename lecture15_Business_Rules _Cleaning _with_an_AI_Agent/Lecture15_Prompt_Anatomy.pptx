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blocks against the real prompt on screen. Stress that RULES are decisions a human must make, and VERIFICATION is what stops silent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a data analyst prompt.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514600" cy="3200400"/>
          </a:xfrm>
          <a:prstGeom prst="roundRect">
            <a:avLst>
              <a:gd name="adj" fmla="val 6545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8992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want, in one line.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3429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Finish cleaning the STAGING views.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4343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task → the agent picks its own scope.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20440" y="1828800"/>
            <a:ext cx="2514600" cy="3200400"/>
          </a:xfrm>
          <a:prstGeom prst="roundRect">
            <a:avLst>
              <a:gd name="adj" fmla="val 6545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76472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776472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Database, schemas, view names, and the rules it must not break.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76472" y="3429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modify RAW. Keep the dedupe and date logic.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776472" y="4343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it, the agent invents your schema.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514600" cy="3200400"/>
          </a:xfrm>
          <a:prstGeom prst="roundRect">
            <a:avLst>
              <a:gd name="adj" fmla="val 6545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3952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473952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business decision, made by you — not left to the model.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3429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Bombay → Mumbai. Keep returns, flag them.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4343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judgement calls. They are your job.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15400" y="1828800"/>
            <a:ext cx="2514600" cy="3200400"/>
          </a:xfrm>
          <a:prstGeom prst="roundRect">
            <a:avLst>
              <a:gd name="adj" fmla="val 6545"/>
            </a:avLst>
          </a:prstGeom>
          <a:solidFill>
            <a:srgbClr val="1D1D1F"/>
          </a:solidFill>
          <a:ln w="12700">
            <a:solidFill>
              <a:srgbClr val="29B5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71432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spc="100" kern="0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171432" y="2468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must prove the work.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171432" y="34290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 cities before/after. Return rate. NULL counts.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71432" y="4343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Otherwise “done” just means the query ran.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fifth block: EXAMPLES — paste real values when the data has quirks the agent can’t guess, like four date formats.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9B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Say: </a:t>
            </a:r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writes the SQL. You own the business rules and you own the verification. That split is the job now.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2026-09-25T02:35:40Z</dcterms:created>
  <dcterms:modified xsi:type="dcterms:W3CDTF">2026-09-25T02:35:40Z</dcterms:modified>
</cp:coreProperties>
</file>