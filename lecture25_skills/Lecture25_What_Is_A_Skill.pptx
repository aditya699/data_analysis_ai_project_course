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lesson: skills work across AI tools. We will end by using them in Snowflake.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started at Anthropic. Because it was opened up, a skill you write once can work in several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file is shared with the lecture. Point at the description line first. A vague description means the skill never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calls this progressive disclosure. It keeps the context window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libraries exist too: Anthropic’s skills repo, Vercel for React, Hugging Face for ML. And yes, Claude read a pptx SKILL.md before building these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discovers SKILL.md files in those folders automatically. Snowflake CoCo also reads the Claude plugin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confusion: MCP connects to systems, skills teach procedures. They work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25  ·  SKILLS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an AI agent a task once.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 how, every time.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explaining the same things to AI.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66928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paste into every chat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6334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6032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our brand colours and this font.”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186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“Review code with this checklist.”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950208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8770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“Format the weekly report like this.”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608576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53542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“Never run DELETE without asking me.”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194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smart.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743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doesn’t know how you work.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56616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chat starts from zero. Forget one line of instructions, and the output drifts.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explain it twice, it should be a skill.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THE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 of instructions.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my-skill/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SKILL.md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scripts/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references/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docs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loads it only when needed.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SKILL.md is required: a short header plus instructions in plain Markdown.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came from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432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Anthropic for Claude.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as an open standard in December 2025 (agentskills.io).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adopted by Claude Code, OpenAI Codex, GitHub Copilot, Cursor and more.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format, and most major AI agents now understand it.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Anthropic Agent Skills docs; agentskills.io; DeepLearning.AI x Anthropic course (Jan 2026)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A SAMPLE SKILL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sql-review: a real, usable skill.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675120" cy="3977640"/>
          </a:xfrm>
          <a:prstGeom prst="roundRect">
            <a:avLst>
              <a:gd name="adj" fmla="val 275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sql-review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Review SQL for correctness,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safety and readability. Use when the user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shares SQL or before SQL that changes data.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Correctness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 join keys, compare row counts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Filters match the stated business rule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Safety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run DELETE/UPDATE/DROP without asking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Verdict, issues, fixed query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id for the skill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it. The most important line: the agent reads it to decide.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checklist, steps and rules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format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5074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good result looks like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description like a trigger: when should the agent reach for this?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HOW AGENTS LOAD 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what’s needed, only when needed.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54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description of every skill. Tiny, about 100 tokens each.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relevant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SKILL.md, loaded only if the task matches.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54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files and scripts. Scripts can run without being read.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why you can install dozens of skills without slowing the agent down.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reads the menu, then opens only the page it needs.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HOW PEOPLE USE SKILLS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do the same way more than once.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ships skills for Word, Excel, PowerPoint and PDF.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design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Colours, fonts, tone of voice, slide layouts.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checklist: tests, security, naming.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SQL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rules, metric definitions, checks before shipping.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updates, meeting notes, client summaries in one format.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“Deploy this project”, onboarding steps, incident playbooks.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fact: this deck was made by Claude using a PowerPoint skill.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turn a general AI into your specialist.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WHERE SKILLS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folder, many tools.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 for you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 for a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app + API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document skills,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your own uploaded 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agents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Codex, GitHub Copilot,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and more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CoCo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to use. 50+ built-in.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via Skills &amp; Plugins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write one skill, and you can use it almost anywhere.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SKILL VS THE REST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which tool to reach for.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828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828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this now”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606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06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loaded for a project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606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“Always know this”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383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383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when the task matches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383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“Here’s how to do X”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1605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1605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access to tools and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1605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can now reach X”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4937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9377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bundle of skills, tools, MCP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9377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for a team”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gives the agent hands. Skills give it know-how.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·  ONE WARNING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can run code. Only use ones you trust.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can include scripts and tell the agent which tools to use. A malicious skill could make the agent do things it says it won’t.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1546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Anthropic’s own guidance: use skills you wrote yourself or got from a trusted source. Read a skill before installing it, like any code.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skill like software: check it before you install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Claude Platform Docs, Agent Skills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·  WHAT WE DO TODAY IN SNOWFLAKE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one. Build one. Share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in CoCo and run a built-in skill.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731520" cy="73152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063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our own skill for OrderIQ questions.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206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it to Skills &amp; Plugins for the team.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skill format you’d use in Claude Code, now inside your data platform.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2026-09-29T02:58:58Z</dcterms:created>
  <dcterms:modified xsi:type="dcterms:W3CDTF">2026-09-29T02:58:58Z</dcterms:modified>
</cp:coreProperties>
</file>