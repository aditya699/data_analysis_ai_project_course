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PART 3  ·  CHUNKING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Chunking?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5875">
            <a:solidFill>
              <a:srgbClr val="34C7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5875">
            <a:solidFill>
              <a:srgbClr val="34C7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9B5E8"/>
          </a:solidFill>
          <a:ln w="15875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5875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4672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587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1508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21240" y="141732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1D1D1F"/>
          </a:solidFill>
          <a:ln w="15875">
            <a:solidFill>
              <a:srgbClr val="3A3A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21240" y="14173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18470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23774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23774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= </a:t>
            </a:r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splitting the extracted text into small, focused pieces, so search can find the exact part that answers a question.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in, focused chunks out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703320"/>
            <a:ext cx="2103120" cy="2423160"/>
          </a:xfrm>
          <a:prstGeom prst="roundRect">
            <a:avLst>
              <a:gd name="adj" fmla="val 4348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3794760"/>
            <a:ext cx="1828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joiners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for leave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651760" y="4617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3108960" y="370332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46120" y="37581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Leave entitlement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246120" y="40873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HR_Handbook.pdf  ·  p.2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08960" y="452628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46120" y="4581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New joiners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246120" y="49103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HR_Handbook.pdf  ·  p.2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08960" y="5349240"/>
            <a:ext cx="2926080" cy="713232"/>
          </a:xfrm>
          <a:prstGeom prst="roundRect">
            <a:avLst>
              <a:gd name="adj" fmla="val 1282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46120" y="54041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Applying for leave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246120" y="5733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HR_Handbook.pdf  ·  p.2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3337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chunk?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0" y="36576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page mixes several topics, so its embedding is blurry. A small chunk is about one thing, so search matches it precisely.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0" y="4434840"/>
            <a:ext cx="5212080" cy="475488"/>
          </a:xfrm>
          <a:prstGeom prst="roundRect">
            <a:avLst>
              <a:gd name="adj" fmla="val 19231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83680" y="44348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8275320" y="443484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too big (blurry), not too small (no context)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00800" y="5001768"/>
            <a:ext cx="5212080" cy="475488"/>
          </a:xfrm>
          <a:prstGeom prst="roundRect">
            <a:avLst>
              <a:gd name="adj" fmla="val 19231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3680" y="5001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8275320" y="500176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 little text so no rule falls in the gap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00800" y="5568696"/>
            <a:ext cx="5212080" cy="475488"/>
          </a:xfrm>
          <a:prstGeom prst="roundRect">
            <a:avLst>
              <a:gd name="adj" fmla="val 19231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83680" y="55686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meaning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8275320" y="556869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 and sections beat fixed character counts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5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chunks = good answers. If the right rule is cut in half, no model can fix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2026-10-05T02:45:40Z</dcterms:created>
  <dcterms:modified xsi:type="dcterms:W3CDTF">2026-10-05T02:45:40Z</dcterms:modified>
</cp:coreProperties>
</file>