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09  ·  AGENTIC WORKFLOWS  ·  LECTURE 45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LLM-as-a-Judge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08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can grade thousands of answers.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still grade the grader.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know your AI app is any good?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Read every answer yourself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8745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accurate, but impossible at 1,000 answers a 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1051560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30632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Exact-match checks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30632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for numbers, fail for text: two good replies never match word for word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2519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Let an LLM grade them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42519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cheap, and understands meaning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answers need a grader that understands text.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HOW IT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+ rubric in. Score + reason out.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AI app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240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6160" y="19202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“good” means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240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0E3A4A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judge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LLM call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240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+ reason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566160"/>
            <a:ext cx="10515600" cy="1920240"/>
          </a:xfrm>
          <a:prstGeom prst="roundRect">
            <a:avLst>
              <a:gd name="adj" fmla="val 571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grading a support reply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160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"correct": 4, "polite": 2, "concise": 5,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"reason": "Right refund steps, but the tone is curt: “Read the policy.”" }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 for the reason. A score without a reason can’t be checked.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THE RUBRIC IS EVERYTHING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criteria give random scores.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“Rate this reply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1 to 10.”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206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it on what? Ask twice, get two different scores.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060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 (1–5):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matches the refund policy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Polite (1–5):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blame, no sarcasm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Concise (1–5):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under 80 words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one thing per criterion, on a small scale, with a definition for each.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JUDGES HAVE BIASES TOO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how your grader can be wrong.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768096"/>
          </a:xfrm>
          <a:prstGeom prst="roundRect">
            <a:avLst>
              <a:gd name="adj" fmla="val 142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2880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bias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28800"/>
            <a:ext cx="7040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prefers longer answers, even when shorter is better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24912"/>
            <a:ext cx="10515600" cy="768096"/>
          </a:xfrm>
          <a:prstGeom prst="roundRect">
            <a:avLst>
              <a:gd name="adj" fmla="val 142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72491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bias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724912"/>
            <a:ext cx="7040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comparing two answers, favours the one shown first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621024"/>
            <a:ext cx="10515600" cy="768096"/>
          </a:xfrm>
          <a:prstGeom prst="roundRect">
            <a:avLst>
              <a:gd name="adj" fmla="val 142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62102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Self-preference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621024"/>
            <a:ext cx="7040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writing from its own model family higher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517136"/>
            <a:ext cx="10515600" cy="768096"/>
          </a:xfrm>
          <a:prstGeom prst="roundRect">
            <a:avLst>
              <a:gd name="adj" fmla="val 142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517136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Easily impressed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517136"/>
            <a:ext cx="7040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confident, polished text can hide a wrong fact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Fixes: a strict rubric, swap the order when comparing, and a different model as the judge.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GRADE THE GRADER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trust the judge, test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47672"/>
            <a:ext cx="640080" cy="64008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47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87452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10–20 answers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874520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mix of good and bad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862072"/>
            <a:ext cx="640080" cy="64008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78892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them yourself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788920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human scores are the answer key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776472"/>
            <a:ext cx="640080" cy="64008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776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70332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judge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703320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same answers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690872"/>
            <a:ext cx="640080" cy="640080"/>
          </a:xfrm>
          <a:prstGeom prst="ellipse">
            <a:avLst/>
          </a:prstGeom>
          <a:solidFill>
            <a:srgbClr val="29B5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690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61772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617720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disagree? Fix the rubric, repeat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judge mostly agrees with you, let it grade the next thousand.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WHERE IT’S USED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Anywhere quality needs a number.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786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app before every change ships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models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5786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cheaper model good enough?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prompts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786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new prompt actually help?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074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 sample of live answers every day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4074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 reply before the customer sees 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 loops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4074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→ feedback → rewrite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choosing-a-model lecture said “pick the cheapest model that passes your tests”. This is how you run those tests.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ASSIGNMENT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judge.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676656"/>
          </a:xfrm>
          <a:prstGeom prst="roundRect">
            <a:avLst>
              <a:gd name="adj" fmla="val 162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8308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task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783080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replies, product descriptions, or your Review Analyzer’s output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569464"/>
            <a:ext cx="10515600" cy="676656"/>
          </a:xfrm>
          <a:prstGeom prst="roundRect">
            <a:avLst>
              <a:gd name="adj" fmla="val 162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569464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56946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6 answers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69464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mix of good, rude, wrong and too long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10515600" cy="676656"/>
          </a:xfrm>
          <a:prstGeom prst="roundRect">
            <a:avLst>
              <a:gd name="adj" fmla="val 162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355848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355848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rubric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355848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criteria, 1–5 each, with a definition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142232"/>
            <a:ext cx="10515600" cy="676656"/>
          </a:xfrm>
          <a:prstGeom prst="roundRect">
            <a:avLst>
              <a:gd name="adj" fmla="val 162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142232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14223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judge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142232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+ one-line reason, using structured output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928616"/>
            <a:ext cx="10515600" cy="676656"/>
          </a:xfrm>
          <a:prstGeom prst="roundRect">
            <a:avLst>
              <a:gd name="adj" fmla="val 16216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928616"/>
            <a:ext cx="365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9286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the grader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928616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them yourself and flag any gap of 2 or more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run the same answers in a different order. Do the scores change?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2026-10-12T03:07:53Z</dcterms:created>
  <dcterms:modified xsi:type="dcterms:W3CDTF">2026-10-12T03:07:53Z</dcterms:modified>
</cp:coreProperties>
</file>