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it: there is no magic. The app searches, then pastes the results into the prompt. Example policy text is invented for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for the RAG mini-series: chunking, vector databases, then building the full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GENERATIVE AI  ·  RAG PART 1  ·  LECTURE 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RAG?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doesn’t make the model smarter. It hands it the right page.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has never seen your documents.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ask:  </a:t>
            </a:r>
            <a:pPr indent="0" marL="0">
              <a:buNone/>
            </a:pPr>
            <a:r>
              <a:rPr lang="en-US" sz="19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is our company’s leave policy for new joiners?”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1D1D1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A: honest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566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don’t have access to your company’s policies.”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 but useless.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880360"/>
            <a:ext cx="5029200" cy="2377440"/>
          </a:xfrm>
          <a:prstGeom prst="roundRect">
            <a:avLst>
              <a:gd name="adj" fmla="val 4615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B: confident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566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“New joiners get 12 days of paid leave in their first year.”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Sounds right. Completely made up.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policies, reports and handbooks were never in its training data.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THREE WAYS TO GIVE IT KNOWLEDGE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RAG usually wins.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everything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all your documents in every prompt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9319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Too long, too costly, breaks the context window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model on your documents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319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Slow, expensive, out of date the day a doc changes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first, paste only what’s relevant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9319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Cheap, fresh, and shows its sources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gives the model only the pages it needs, only when it needs them.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HOW RAG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Retrieve. Augment. Generate.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103120" cy="1188720"/>
          </a:xfrm>
          <a:prstGeom prst="roundRect">
            <a:avLst>
              <a:gd name="adj" fmla="val 923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Retrieve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Augment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915400" y="210312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6840" y="21031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Generate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37560" y="352044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36576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your documents for the parts that match the question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4800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embeddings from Lecture 35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520440"/>
            <a:ext cx="2377440" cy="1920240"/>
          </a:xfrm>
          <a:prstGeom prst="roundRect">
            <a:avLst>
              <a:gd name="adj" fmla="val 571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6576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those parts into the prompt, next to the question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800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“open book”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15400" y="3520440"/>
            <a:ext cx="2423160" cy="1920240"/>
          </a:xfrm>
          <a:prstGeom prst="roundRect">
            <a:avLst>
              <a:gd name="adj" fmla="val 571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36576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answers using those parts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4800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can say which document it used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361188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is literally the three steps, in order.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WHAT THE MODEL ACTUALLY SEES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“augmented” prompt.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766560" cy="3886200"/>
          </a:xfrm>
          <a:prstGeom prst="roundRect">
            <a:avLst>
              <a:gd name="adj" fmla="val 2824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using ONLY the context below.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isn’t there, say you don’t know.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Mention which document you used.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&lt;context&gt;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[HR_Handbook.pdf, p.12] New joiners 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days of paid leave, prorated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their joining month...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&lt;/context&gt;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What is our leave policy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new joiners?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212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 to the context, admit gaps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text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34930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by search, with its source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56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asked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 just a smart way of building this prompt automatically.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THE ANALOGY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Closed-book exam vs open-book exam.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RAG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book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memory. When it doesn’t remember, it guesses, confidently.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RAG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book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2004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up the right page first, then answers, and can point to the page.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student, same brain. The open book is what changes the answer.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WHY IT’S EVERYWHERE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reasons companies use RAG.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data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82880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documents the model never saw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6060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fresh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6060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a document, answers update instantly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3832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made-up answers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38328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answers from real text, not memory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160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sources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16052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“From HR_Handbook.pdf, page 12”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10515600" cy="658368"/>
          </a:xfrm>
          <a:prstGeom prst="roundRect">
            <a:avLst>
              <a:gd name="adj" fmla="val 1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9377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retraining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9377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fine-tuning, no GPUs, no waiting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company has an AI assistant on its own documents, it’s almost certainly RAG.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YOU’VE ALREADY USED RAG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behind tools you know.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a PDF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file to ChatGPT or Claude and ask about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web answers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the web first, then answer with links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Help-desk bots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from a company’s own help articles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12064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Search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Snowflake’s built-in RAG over your text data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 is retrieval too. The “book” is just the internet.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·  THE TWO HALVES OF RAG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once. Answer every time.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 ·  done once, ahead of time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documents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22402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chunks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each chunk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2316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052560" y="22402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2240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a vector DB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520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Querying  ·  every time someone asks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39776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the question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4160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3566160" y="39776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576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closest chunks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160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309360" y="39776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prompt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4160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052560" y="39776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answer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and vector databases are the next two lectures.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2026-10-05T02:23:17Z</dcterms:created>
  <dcterms:modified xsi:type="dcterms:W3CDTF">2026-10-05T02:23:17Z</dcterms:modified>
</cp:coreProperties>
</file>