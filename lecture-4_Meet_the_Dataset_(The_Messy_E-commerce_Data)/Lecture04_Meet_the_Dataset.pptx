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load anything, let us understand the business and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Fake data, but realistic size and realistic mess. No real company hands you their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011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0" y="256032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Dataset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messy e-commerce data we’ll work with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online store in India.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22860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categories: electronics, fashion, home, beauty, sports, books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32918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cities, 3 channels: Web, App, Marketplace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4297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years of orders: Jan 2024 to Dec 2025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the data analyst for this store. Every query in this course answers a question the business actually asks: revenue, top products, city growth, returns, and which customers are slipping away.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TABLES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CSVs, 193k rows.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468880" cy="2651760"/>
          </a:xfrm>
          <a:prstGeom prst="roundRect">
            <a:avLst>
              <a:gd name="adj" fmla="val 7407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8,160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bought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20440" y="2286000"/>
            <a:ext cx="2468880" cy="2651760"/>
          </a:xfrm>
          <a:prstGeom prst="roundRect">
            <a:avLst>
              <a:gd name="adj" fmla="val 7407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sell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468880" cy="2651760"/>
          </a:xfrm>
          <a:prstGeom prst="roundRect">
            <a:avLst>
              <a:gd name="adj" fmla="val 7407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60,900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order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15400" y="2286000"/>
            <a:ext cx="2468880" cy="2651760"/>
          </a:xfrm>
          <a:prstGeom prst="roundRect">
            <a:avLst>
              <a:gd name="adj" fmla="val 7407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123,963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line in an order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order_items is the biggest table because one order can contain several products. That single fact decides our fact-table grain later: one row per order line, not per order.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CONNECT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join the tables.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0" y="301752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0" y="301752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0" y="457200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0" y="4754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74720" y="3474720"/>
            <a:ext cx="1280160" cy="0"/>
          </a:xfrm>
          <a:prstGeom prst="line">
            <a:avLst/>
          </a:prstGeom>
          <a:noFill/>
          <a:ln w="19050">
            <a:solidFill>
              <a:srgbClr val="4242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3474720"/>
            <a:ext cx="1280160" cy="0"/>
          </a:xfrm>
          <a:prstGeom prst="line">
            <a:avLst/>
          </a:prstGeom>
          <a:noFill/>
          <a:ln w="19050">
            <a:solidFill>
              <a:srgbClr val="4242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12680" y="3931920"/>
            <a:ext cx="0" cy="640080"/>
          </a:xfrm>
          <a:prstGeom prst="line">
            <a:avLst/>
          </a:prstGeom>
          <a:noFill/>
          <a:ln w="19050">
            <a:solidFill>
              <a:srgbClr val="4242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customer_id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places many orders. An order contains many items. Each item points to one product. Follow these keys and you can answer almost any business question.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 OF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customers.csv</a:t>
            </a:r>
            <a:endParaRPr lang="en-US" sz="4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 OUT FOR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customer_id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ID for each customer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Duplicated rows (~2%)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customer_name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 email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 blank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city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 they are 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Delhi / delhi / New Delhi / 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signup_date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they joined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 different date formats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to orders on customer_id. Because IDs repeat, counting customers directly here would overstate the number.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 OF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products.csv</a:t>
            </a:r>
            <a:endParaRPr lang="en-US" sz="4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 OUT FOR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product_id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code for the product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Clean, our safest key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product_name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 name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of six categories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case: Beauty / beauty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unit_price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price in rupees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few blank or 0 — needs NULLIF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list price here is not what the customer paid. The actual paid price sits in order_items, after discount. Always check which price a question means.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3 OF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orders.csv</a:t>
            </a:r>
            <a:endParaRPr lang="en-US" sz="4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 OUT FOR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order_id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ID for each order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Duplicated rows (~1.5%)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customer_id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placed 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Joins to customers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order_date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it was placed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 date formats — needs TRY_CAST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/ RETURNED / CANCELLED / PENDING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case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channel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Web, App or Marketplace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is a business decision waiting to happen: do cancelled and pending orders count as revenue? We will decide and document that rule when we clean.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4 OF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order_items.csv</a:t>
            </a:r>
            <a:endParaRPr lang="en-US" sz="4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 OUT FOR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order_item_id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ID for the line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Duplicated rows (~1%)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order_id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order it belongs 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Joins to orders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product_id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product was bought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Joins to products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quantity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bought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= a return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unit_price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actually paid per unit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Differs from list price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discount_pct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 applied, in percent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to 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heart of the dataset. Revenue = quantity x unit_price, adjusted for discount. Every number in our dashboard traces back to this table.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MESS, ON PURPOSE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problems to fix.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record loaded twice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date formats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2025-06-05, 17/12/2024, Jun 05 2025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spellings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971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Delhi, delhi, DELHI, Bombay, BLR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Blanks and NA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city and email fields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quantity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hidden inside sales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prices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or zero unit_price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26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case status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vs completed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company data always looks like this. Cleaning it is not a chore before the real work — it is the work, and it is what you get hired for. We fix all seven in the next two lectures.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286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CSVs into Snowflake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0" y="39319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05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2026-09-18T02:48:47Z</dcterms:created>
  <dcterms:modified xsi:type="dcterms:W3CDTF">2026-09-18T02:48:47Z</dcterms:modified>
</cp:coreProperties>
</file>