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what was revenue by category last month? Show it needs 3 joins from staging. That repetition is the problem the star schema removes.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Grain = what one row means. Order line, not order. Surrogate keys and a generated date dimension come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SCHEMA  ·  1 OF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Organised around questions, not files.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029200" cy="2377440"/>
          </a:xfrm>
          <a:prstGeom prst="roundRect">
            <a:avLst>
              <a:gd name="adj" fmla="val 6923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Querying STAGING directly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51460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question means joining 4 tables again.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analyst writes the joins slightly differently.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forgets to exclude cancelled orders — and two dashboards disagree.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029200" cy="2377440"/>
          </a:xfrm>
          <a:prstGeom prst="roundRect">
            <a:avLst>
              <a:gd name="adj" fmla="val 6923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Querying a star schema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51460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fact table plus a dimension or two.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is defined once, in one place.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the shape BI tools — and later Cortex — expect.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kinds of table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 </a:t>
            </a:r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measurable events. What was sold, how many, for how much. Long and narrow — millions of rows, mostly numbers and keys.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 </a:t>
            </a:r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describing context. Which product, which customer, which date. Short and wide — few rows, lots of text columns.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is organised around the source files. Analytics is organised around the questions people ask.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SCHEMA  ·  2 OF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star: one fact, three dimensions.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206240" y="301752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343400" y="316382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FACT_ORDER_ITEMS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34930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 · revenue · keys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06240" y="178308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43400" y="19293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DIM_DATE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22585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· month ·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301752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08760" y="316382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DIM_CUSTOMER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4930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· city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301752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78040" y="316382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DIM_PRODUCT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34930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· category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49240" y="2697480"/>
            <a:ext cx="0" cy="320040"/>
          </a:xfrm>
          <a:prstGeom prst="line">
            <a:avLst/>
          </a:prstGeom>
          <a:noFill/>
          <a:ln w="19050">
            <a:solidFill>
              <a:srgbClr val="5A5A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0" y="3474720"/>
            <a:ext cx="548640" cy="0"/>
          </a:xfrm>
          <a:prstGeom prst="line">
            <a:avLst/>
          </a:prstGeom>
          <a:noFill/>
          <a:ln w="19050">
            <a:solidFill>
              <a:srgbClr val="5A5A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3474720"/>
            <a:ext cx="548640" cy="0"/>
          </a:xfrm>
          <a:prstGeom prst="line">
            <a:avLst/>
          </a:prstGeom>
          <a:noFill/>
          <a:ln w="19050">
            <a:solidFill>
              <a:srgbClr val="5A5A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297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dimension joins to the fact table by one key. No dimension joins to another. That is the star.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grain — the most important decision here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303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per ORDER LINE, not per order. An order with 3 products becomes 3 rows.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category and product only exist at the line level. Choose order-level grain and “revenue by category” becomes impossible.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grain first. Everything else in the design follows from it.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2026-09-26T02:53:12Z</dcterms:created>
  <dcterms:modified xsi:type="dcterms:W3CDTF">2026-09-26T02:53:12Z</dcterms:modified>
</cp:coreProperties>
</file>