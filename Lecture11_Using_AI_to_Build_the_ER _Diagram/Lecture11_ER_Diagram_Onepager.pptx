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Entity = table. PK identifies a row, FK points to another table. 1:N = one customer, many orders. Next: AI draws this for us from INFORMATION_SCHEMA, then writes SQL to verify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DIAGRAM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map of how your tables connect.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83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214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thing we store data about. Becomes a table.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957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CUSTOMERS, ORDERS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key (PK)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81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Uniquely identifies each row. Never repeats, never empty.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558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 — like a roll number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03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key (FK)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0416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to another table’s PK. Can repeat freely.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3159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ORDERS.customer_id → CUSTOMERS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663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 (1 : N)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0017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rows connect on each side.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2760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customer → many orders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52160" y="187452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35040" y="19933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235000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customer_id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61120" y="187452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0" y="19933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0" y="235000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order_id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customer_id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61120" y="388620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0" y="40050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B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ORDER_ITEMS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0" y="436168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order_item_id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order_id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product_id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52160" y="388620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035040" y="40050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035040" y="436168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product_id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0" y="2441448"/>
            <a:ext cx="731520" cy="0"/>
          </a:xfrm>
          <a:prstGeom prst="line">
            <a:avLst/>
          </a:prstGeom>
          <a:noFill/>
          <a:ln w="19050">
            <a:solidFill>
              <a:srgbClr val="5A5A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149840" y="3017520"/>
            <a:ext cx="0" cy="868680"/>
          </a:xfrm>
          <a:prstGeom prst="line">
            <a:avLst/>
          </a:prstGeom>
          <a:noFill/>
          <a:ln w="19050">
            <a:solidFill>
              <a:srgbClr val="5A5A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4453128"/>
            <a:ext cx="731520" cy="0"/>
          </a:xfrm>
          <a:prstGeom prst="line">
            <a:avLst/>
          </a:prstGeom>
          <a:noFill/>
          <a:ln w="19050">
            <a:solidFill>
              <a:srgbClr val="5A5A5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83880" y="21031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: N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195560" y="32918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: N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183880" y="4114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: N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852160" y="5212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four tables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" y="57607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primary key says who a row is. A foreign key says who it belongs to. The ER diagram shows both, so joins stop being guesswork.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2026-09-22T03:05:29Z</dcterms:created>
  <dcterms:modified xsi:type="dcterms:W3CDTF">2026-09-22T03:05:29Z</dcterms:modified>
</cp:coreProperties>
</file>