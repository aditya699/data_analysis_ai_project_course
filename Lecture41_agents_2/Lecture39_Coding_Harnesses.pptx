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09  ·  AGENTS  ·  LECTURE 39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01168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Harnesses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17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every agent is learning to write code.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thinks. The harness does. Code lets it do almost anything.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·  MODEL VS HARNESS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the engine. The harness is the car.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GPT, Gemini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1546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text, writes text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Decides what to do next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touch anything by itself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5029200" cy="3566160"/>
          </a:xfrm>
          <a:prstGeom prst="roundRect">
            <a:avLst>
              <a:gd name="adj" fmla="val 307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harness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Cursor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1546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loop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runs the tools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what happens in the real world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only asks. The harness does the work.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·  WHAT’S INSIDE A HARNESS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parts around the model.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model → run tools → repeat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43484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files, run commands, search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8288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5320" y="2057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606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code runs: laptop, container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it’s allowed to touch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3484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trims old history before it overflows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46720" y="3657600"/>
            <a:ext cx="3291840" cy="1600200"/>
          </a:xfrm>
          <a:prstGeom prst="roundRect">
            <a:avLst>
              <a:gd name="adj" fmla="val 6857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that prove the work is right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better harness, better agent.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Adapted from “What Is an Agent Harness?”, sidbharath.com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·  YOU’VE BEEN USING ONE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opened up.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530352"/>
          </a:xfrm>
          <a:prstGeom prst="roundRect">
            <a:avLst>
              <a:gd name="adj" fmla="val 2069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7830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typed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7830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“Remove duplicates from the STAGING views”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10515600" cy="530352"/>
          </a:xfrm>
          <a:prstGeom prst="roundRect">
            <a:avLst>
              <a:gd name="adj" fmla="val 2069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4231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thought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42316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should check the table first”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10515600" cy="530352"/>
          </a:xfrm>
          <a:prstGeom prst="roundRect">
            <a:avLst>
              <a:gd name="adj" fmla="val 2069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06324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ran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06324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SQL query against Snowflake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703320"/>
            <a:ext cx="10515600" cy="530352"/>
          </a:xfrm>
          <a:prstGeom prst="roundRect">
            <a:avLst>
              <a:gd name="adj" fmla="val 20690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7033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read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70332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row counts that came back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10515600" cy="530352"/>
          </a:xfrm>
          <a:prstGeom prst="roundRect">
            <a:avLst>
              <a:gd name="adj" fmla="val 2069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34340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ran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434340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CREATE VIEW statement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" y="4983480"/>
            <a:ext cx="10515600" cy="530352"/>
          </a:xfrm>
          <a:prstGeom prst="roundRect">
            <a:avLst>
              <a:gd name="adj" fmla="val 2069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9834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checked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49834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counts before vs after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rows are the harness. The model never touched Snowflake directly.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·  THE BIG IDEA OF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agents will become coding agents.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1280160"/>
          </a:xfrm>
          <a:prstGeom prst="roundRect">
            <a:avLst>
              <a:gd name="adj" fmla="val 8571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745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an LLM a computer (files, a terminal, the ability to run code) and it becomes useful for almost anything, even tasks that have nothing to do with software.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22960" y="347472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Python to crunch the numbers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347472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scripts to collect and compare sources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0" y="347472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420624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code that builds the chart or the deck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isn’t just for programmers anymore. It’s how agents get things done.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“All agents will become coding agents”, Davis Treybig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·  THE NUMBER THAT MAKES IT CLICK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API. A thousand times fewer tokens.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1D1D1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48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~1,170,000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Cloudflare’s 2,500 API endpoints, written as normal tool definitions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1D1D1F"/>
          </a:solidFill>
          <a:ln w="12700">
            <a:solidFill>
              <a:srgbClr val="34C7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2148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~1,000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3657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API, exposed as just two tools: search() and execute()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describing every tool, let the agent search for what it needs and write code to call it.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400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“Why Your AI Agent Should Write Code Instead of Calling Tools”, tianpan.co (Cloudflare figures)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·  THE HONEST PART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is powerful. That’s why it’s risky.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828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Simple, fixed tasks?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8288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tool calling is still simpler and safer.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7432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code is untrusted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7432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delete files or leak data if you let 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So: sandbox it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36576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somewhere isolated, with only the access it needs.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57200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1D1D1F"/>
          </a:solidFill>
          <a:ln w="12700">
            <a:solidFill>
              <a:srgbClr val="3A3A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45720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C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And: check it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45720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and reviews, like we did with every OrderIQ agent.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i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pays off as tasks get complex. For simple ones, keep it simple.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2026-10-08T02:49:51Z</dcterms:created>
  <dcterms:modified xsi:type="dcterms:W3CDTF">2026-10-08T02:49:51Z</dcterms:modified>
</cp:coreProperties>
</file>