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Show the duplicate IDs with GROUP BY/HAVING. 2) QUALIFY ROW_NUMBER() keeps one row per ID. 3) Wrap it in a view in STAGING. Explain view = saved query, no storage. Next: the four date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1 OF 4  ·  DUPLICATES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quietly change your answer.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2103120"/>
          </a:xfrm>
          <a:prstGeom prst="roundRect">
            <a:avLst>
              <a:gd name="adj" fmla="val 7826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they exist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id HAVING COUNT(*) &gt;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IDs repeat, and how often.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91840" cy="2103120"/>
          </a:xfrm>
          <a:prstGeom prst="roundRect">
            <a:avLst>
              <a:gd name="adj" fmla="val 7826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ROW_NUMBER() = 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rows inside each ID, keep the first.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291840" cy="2103120"/>
          </a:xfrm>
          <a:prstGeom prst="roundRect">
            <a:avLst>
              <a:gd name="adj" fmla="val 7826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a view in STAGING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STG_CUSTOMERS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is never touched or deleted from.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view is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617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saved query with a name — not a copy of the data.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storage. It runs fresh every time, so it is never stale.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cleaning logic stays visible to anyone who reads it.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duplicates matter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617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8,160 customers reported. Only 8,000 are real.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never throw an error — revenue and counts just come back too high.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notices until the number is questioned in a meeting.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delete from RAW. Cleaning lives in a view in STAGING, so the original data survives every mistake we make.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2026-09-23T02:42:49Z</dcterms:created>
  <dcterms:modified xsi:type="dcterms:W3CDTF">2026-09-23T02:42:49Z</dcterms:modified>
</cp:coreProperties>
</file>