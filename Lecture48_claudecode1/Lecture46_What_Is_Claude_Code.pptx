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  AGENTS  ·  LECTURE 46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Claude Code?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coding harness that can build almost anything you can describe.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WHERE CODING IS IN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new code is now written with AI.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24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Google’s new code is AI-generated, then approved by engineers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Sundar Pichai, Apr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~47%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24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developers’ code is fully written by agents, by their own estimate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survey, Aug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professional developers use AI coding agents every day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84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survey, Aug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931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908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on GitHub now involve an AI agent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184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earnings call, Jul 2026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code is no longer the bottleneck. Knowing what to build, and checking it, is.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382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figures are self-reported. Google’s figure is a company statement; human engineers review the code before it’s accepted.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THE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works inside your project.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“Claude Code is an agentic coding tool that reads your codebase, edits files, runs commands, and integrates with your development tools.”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project, not one 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32918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across many files at once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commands, tests and scripts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0" y="32918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work and fixes errors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harness lecture? This is a harness: the model thinks, Claude Code does.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382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Claude Code docs, code.claude.com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WHAT IT CAN 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describe it, it can usually build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and apps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web app, frontend to backend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bugs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 login”, “why is checkout failing?”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work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pipelines, notebooks, cleaning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and reports from your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reviews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tests, runs them, fixes failures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and GitHub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branches, pull requests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job isn’t “write code”. Its job is “get this done”, and code is how it does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IT USES THE SAME TOOLS YOU 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 a command line, Claude Code can use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0604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738360" y="192024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19202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0604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5528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38360" y="292608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3836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4114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MCP: 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tools without a command line, like Google Drive, Jira, Slack or your own systems, through one standard connector.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it, containerise it, push it, deploy it: one agent, your whole toolbox.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6382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uses whatever CLIs are installed and permitted on your machine; MCP per Claude Code docs.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WHERE IT RUNS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engine, wherever you work.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full-featured CLI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JetBrains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your editor, with inline diffs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diffs, parallel sessions, schedules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phone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task, check back later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@Claude a bug, get a pull request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reviews on every PR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 settings and memory follow you across all of them.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382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Claude Code docs, code.claude.com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MAKE IT WORK YOUR WAY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this module, in one tool.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rules it reads every session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17830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prompting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5877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58775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playbooks like /review-pr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58775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skills lecture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392424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3924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39242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auto-run checks, e.g. lint before commit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392424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guardrails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197096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19709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19709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any tool or data source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197096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tool calling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001768"/>
            <a:ext cx="10515600" cy="694944"/>
          </a:xfrm>
          <a:prstGeom prst="roundRect">
            <a:avLst>
              <a:gd name="adj" fmla="val 1578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00176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500176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agent splits work across helpers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5001768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orchestrator–workers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You’ve learned every idea separately. Claude Code puts them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WHAT’S LEFT FOR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the code. You own the result.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goes wrong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that’s “almost right”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business rules when the brief is unclear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commands if you allow them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06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it clearly: goal, context, rules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way to check its work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anything ships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agent operator: brief it, check it, own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2026-10-13T02:28:14Z</dcterms:created>
  <dcterms:modified xsi:type="dcterms:W3CDTF">2026-10-13T02:28:14Z</dcterms:modified>
</cp:coreProperties>
</file>