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 ARCHITECTURE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database, three layers.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it arrives. Mess included.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edited. Our safety net.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and standardised.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Workspace, not a final answer.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017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03120"/>
            <a:ext cx="3291840" cy="2286000"/>
          </a:xfrm>
          <a:prstGeom prst="roundRect">
            <a:avLst>
              <a:gd name="adj" fmla="val 8000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9B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Business-ready tables.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and AI read only here.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teams do it this way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Mistakes stay reversible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is frozen, so wrong cleaning logic is never fatal.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Cleaning is auditable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see what you changed, and why.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5120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trusted number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5440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reads one layer, so no "which figure is right?"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junior dumps everything into one schema. This layout is what makes you look senior.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2026-09-19T02:34:44Z</dcterms:created>
  <dcterms:modified xsi:type="dcterms:W3CDTF">2026-09-19T02:34:44Z</dcterms:modified>
</cp:coreProperties>
</file>