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APPS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an App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backend, database, cloud. What each one does, and why you can build all of them.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THE ASK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 team asks you to build an app.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520440" y="201168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2011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2011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915400" y="201168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15400" y="20116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347472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474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title doesn’t decide this. </a:t>
            </a:r>
            <a:pPr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understand what the business needs and drive Claude Code, you can build it.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need to be a frontend, backend or cloud expert. You need to understand the parts.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THE FIVE LAYERS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 has the same five parts.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694944"/>
          </a:xfrm>
          <a:prstGeom prst="roundRect">
            <a:avLst>
              <a:gd name="adj" fmla="val 15789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8308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78308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sees and clicks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783080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Next.js · Vue · Streamlit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10515600" cy="694944"/>
          </a:xfrm>
          <a:prstGeom prst="roundRect">
            <a:avLst>
              <a:gd name="adj" fmla="val 1578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587752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587752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logic, rules and AI calls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587752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Node.js · Java · Go · C#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392424"/>
            <a:ext cx="10515600" cy="694944"/>
          </a:xfrm>
          <a:prstGeom prst="roundRect">
            <a:avLst>
              <a:gd name="adj" fmla="val 1578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392424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392424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data is stored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392424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Postgres, MySQL  ·  NoSQL: MongoDB, Firestore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197096"/>
            <a:ext cx="10515600" cy="694944"/>
          </a:xfrm>
          <a:prstGeom prst="roundRect">
            <a:avLst>
              <a:gd name="adj" fmla="val 1578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197096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197096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app runs for everyone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197096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· AWS · GCP · Vercel · Render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001768"/>
            <a:ext cx="10515600" cy="694944"/>
          </a:xfrm>
          <a:prstGeom prst="roundRect">
            <a:avLst>
              <a:gd name="adj" fmla="val 1578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001768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5001768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 and deploys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5001768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saved, every release tracked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names change. The layers don’t. Learn the layers; Claude Code handles the language.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FOLLOW ONE CLICK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user presses a button.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 “Analyse review”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8346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99232" y="219456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36392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136392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sent as JSON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8346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175504" y="219456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12664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312664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logic, calls the AI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28346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351776" y="219456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88936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488936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the result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283464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528048" y="219456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65208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665208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 the answer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 you use (Swiggy, Zomato, your bank) does this loop thousands of times a second.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YOUR NEW JOB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think. Claude Code types.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Ask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business actually need?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Translate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needs into features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Spot AI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can AI save time or add value?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Generate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writes the code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Test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 does what the business asked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Ship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live, get feedback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three steps are the hard part, and they’re where a data person shines.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WHY YOU CAN START TODAY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 has few users. Use that.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version that works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4688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real users and real errors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4688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cost and scale, when needed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repeat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52628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526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need to know everything first. Learn each layer when your app needs it.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architecture for zero users is wasted time. Ship first, then improve.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 don’t matter.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Ship, learn, repeat.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think in features and drive Claude Code, you can build the app. That’s the only way to survive.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2026-10-14T02:24:04Z</dcterms:created>
  <dcterms:modified xsi:type="dcterms:W3CDTF">2026-10-14T02:24:04Z</dcterms:modified>
</cp:coreProperties>
</file>