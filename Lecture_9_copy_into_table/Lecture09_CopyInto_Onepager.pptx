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A file in a stage is not a table. 2) Create empty ORDERS, all VARCHAR, because of messy dates. 3) COPY INTO fills it using FF_CSV. 4) Run it twice to show it skips the file. 5) SELECT from a real table. Next: load the other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file to table.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2148840"/>
          </a:xfrm>
          <a:prstGeom prst="roundRect">
            <a:avLst>
              <a:gd name="adj" fmla="val 766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423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empty table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0175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ORDERS: 5 columns, all VARCHAR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spreadsheet with only headers.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120640" cy="2148840"/>
          </a:xfrm>
          <a:prstGeom prst="roundRect">
            <a:avLst>
              <a:gd name="adj" fmla="val 766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23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 fills it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0175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poured in from the stage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FF_CSV already knows how to read the file.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everything is text in RAW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dates come in four formats. Declare DATE and 17/12/2024 breaks the load. Load as text, fix types in STAGING.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COPY INTO gives you for free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loaded files — run it twice, no duplicates.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rows loaded and any errors.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897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everything as text first, fix types later. COPY INTO moves rows from the stage into the table, and remembers what it already loaded.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2026-09-21T03:18:04Z</dcterms:created>
  <dcterms:modified xsi:type="dcterms:W3CDTF">2026-09-21T03:18:04Z</dcterms:modified>
</cp:coreProperties>
</file>