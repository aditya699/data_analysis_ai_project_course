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lecture: what Snowflake is, and how it works under the hood.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Snowflake is the AI Data Cloud. Store data, analyse with SQL, and build AI on top with Cortex. The shift: data systems AI agents can plug into.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Storage holds data, compute runs queries. Because they are separate, you pay for power only when you 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name is confusing. In Snowflake a warehouse is compute, not storage. You pay only while it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Credits are like prepaid balance. Each size up doubles power and cost. Storage is billed separately and is cheap.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smallest warehouse and always turn on auto-suspend. You pay only for the seconds your queries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pruning. Snowflake reads the min/max notes on each chunk and skips the ones that cannot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Admin &gt; Warehouses: show size, auto-suspend, status. Then Cost Management: credits only on days you worked.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0116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03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0" y="256032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Snowflake Works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0" y="37490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Storage, Compute and Credits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SNOWFLAKE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Data Cloud.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822960" y="3108960"/>
            <a:ext cx="3291840" cy="2377440"/>
          </a:xfrm>
          <a:prstGeom prst="roundRect">
            <a:avLst>
              <a:gd name="adj" fmla="val 7692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3474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42976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your data, in one place.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434840" y="3108960"/>
            <a:ext cx="3291840" cy="2377440"/>
          </a:xfrm>
          <a:prstGeom prst="roundRect">
            <a:avLst>
              <a:gd name="adj" fmla="val 7692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3474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42976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it with SQL, at any scale.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46720" y="3108960"/>
            <a:ext cx="3291840" cy="2377440"/>
          </a:xfrm>
          <a:prstGeom prst="roundRect">
            <a:avLst>
              <a:gd name="adj" fmla="val 7692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0" y="3474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AI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42976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in plain English with Cortex.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 fully in the cloud (AWS, Azure, Google Cloud), with nothing to install. You pay only for what you use, and AI agents can plug straight into your data.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SEPARATE PARTS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engine, apart.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5120640" cy="2743200"/>
          </a:xfrm>
          <a:prstGeom prst="roundRect">
            <a:avLst>
              <a:gd name="adj" fmla="val 6667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30632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4023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your data lives.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4663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on. Low cost.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17920" y="2743200"/>
            <a:ext cx="5120640" cy="2743200"/>
          </a:xfrm>
          <a:prstGeom prst="roundRect">
            <a:avLst>
              <a:gd name="adj" fmla="val 6667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30632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4023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that runs queries.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4663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only when needed.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36576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databases kept both in one machine, paid for 24/7. Snowflake splits them, so teams share the same data with their own engines and resize in seconds.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WAREHOUSE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warehouse doesn’t store data.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74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the engine that runs your queries.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46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sits in storage. When you run SQL, the warehouse switches on, does the work, and switches off. A bigger warehouse = a bigger team: faster, but costs more.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pay in credits.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per hour, by warehouse size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004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754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X-Small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32004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6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4754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32004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6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4754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32004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600" dirty="0"/>
          </a:p>
        </p:txBody>
      </p:sp>
      <p:sp>
        <p:nvSpPr>
          <p:cNvPr id="12" name="Text 10"/>
          <p:cNvSpPr txBox="1"/>
          <p:nvPr/>
        </p:nvSpPr>
        <p:spPr>
          <a:xfrm>
            <a:off x="8915400" y="4754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credit is Snowflake’s unit of payment for compute, like prepaid mobile balance. Each size up doubles power and cost. Warehouse off = zero credits. Billed per second, 60-second minimum. Storage is billed separately.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AND AUTO-SUSPEND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small. Switch off when idle.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22960" y="3291840"/>
            <a:ext cx="320040" cy="32004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3451860"/>
            <a:ext cx="2103120" cy="0"/>
          </a:xfrm>
          <a:prstGeom prst="line">
            <a:avLst/>
          </a:prstGeom>
          <a:noFill/>
          <a:ln w="19050">
            <a:solidFill>
              <a:srgbClr val="4242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931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runs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72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used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20440" y="3291840"/>
            <a:ext cx="320040" cy="320040"/>
          </a:xfrm>
          <a:prstGeom prst="ellipse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3451860"/>
            <a:ext cx="2103120" cy="0"/>
          </a:xfrm>
          <a:prstGeom prst="line">
            <a:avLst/>
          </a:prstGeom>
          <a:noFill/>
          <a:ln w="19050">
            <a:solidFill>
              <a:srgbClr val="4242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3931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60 sec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4572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counts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320040" cy="320040"/>
          </a:xfrm>
          <a:prstGeom prst="ellipse">
            <a:avLst/>
          </a:prstGeom>
          <a:solidFill>
            <a:srgbClr val="86868B"/>
          </a:solidFill>
          <a:ln w="12700">
            <a:solidFill>
              <a:srgbClr val="8686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3451860"/>
            <a:ext cx="2103120" cy="0"/>
          </a:xfrm>
          <a:prstGeom prst="line">
            <a:avLst/>
          </a:prstGeom>
          <a:noFill/>
          <a:ln w="19050">
            <a:solidFill>
              <a:srgbClr val="4242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3931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Suspended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4572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credits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915400" y="3291840"/>
            <a:ext cx="320040" cy="32004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15400" y="3931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query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4572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Auto-resumes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Auto-suspend turns the warehouse off after 60 seconds idle; auto-resume wakes it when a query arrives. Like a car that stops at a red light. Bigger = faster, not smarter. X-Small is enough for this course.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MICRO-PARTITIONS AND PRUNING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Pruning: skip what you don’t need.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order_date = '2025-03-10'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0"/>
            <a:ext cx="1554480" cy="1645920"/>
          </a:xfrm>
          <a:prstGeom prst="roundRect">
            <a:avLst>
              <a:gd name="adj" fmla="val 8824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49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89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06040" y="3383280"/>
            <a:ext cx="1554480" cy="1645920"/>
          </a:xfrm>
          <a:prstGeom prst="roundRect">
            <a:avLst>
              <a:gd name="adj" fmla="val 8824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3749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4389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3383280"/>
            <a:ext cx="1554480" cy="1645920"/>
          </a:xfrm>
          <a:prstGeom prst="roundRect">
            <a:avLst>
              <a:gd name="adj" fmla="val 8824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3749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4389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3383280"/>
            <a:ext cx="1554480" cy="1645920"/>
          </a:xfrm>
          <a:prstGeom prst="roundRect">
            <a:avLst>
              <a:gd name="adj" fmla="val 8824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3749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4389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55280" y="3383280"/>
            <a:ext cx="1554480" cy="1645920"/>
          </a:xfrm>
          <a:prstGeom prst="roundRect">
            <a:avLst>
              <a:gd name="adj" fmla="val 8824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55280" y="3749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4389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738360" y="3383280"/>
            <a:ext cx="1554480" cy="1645920"/>
          </a:xfrm>
          <a:prstGeom prst="roundRect">
            <a:avLst>
              <a:gd name="adj" fmla="val 8824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38360" y="3749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9738360" y="4389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Micro-partitions: Snowflake auto-splits data into small compressed chunks and records the min/max of every column in each. Pruning: at query time it reads those notes and skips chunks that can’t match. Less scanned = faster and fewer credits.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65176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see it live.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0" y="384048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Warehouses  ·  Cost Management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2860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Dataset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0" y="393192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04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2026-09-17T05:27:57Z</dcterms:created>
  <dcterms:modified xsi:type="dcterms:W3CDTF">2026-09-17T05:27:57Z</dcterms:modified>
</cp:coreProperties>
</file>