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Snowflake cannot read your laptop, so files land in a stage. 2) Three kinds; we use named. 3) Create stage with FF_CSV, upload 4 CSVs, LIST. 4) Query orders.csv from the stage using $1..$4 - point out the mixed date formats. Next lecture: COPY INTO a real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folder in the cloud for your files.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laptop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orders.csv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82880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in the cloud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182880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you can query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→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→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can’t read your laptop, so files land in a stage first.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3977640"/>
            <a:ext cx="3291840" cy="1645920"/>
          </a:xfrm>
          <a:prstGeom prst="roundRect">
            <a:avLst>
              <a:gd name="adj" fmla="val 8333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114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stage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26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@~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892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for you automatically.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you can see it.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3977640"/>
            <a:ext cx="3291840" cy="1645920"/>
          </a:xfrm>
          <a:prstGeom prst="roundRect">
            <a:avLst>
              <a:gd name="adj" fmla="val 8333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4114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stage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526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@%orders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4892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for every table automatically.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goes into that one table.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0" y="3977640"/>
            <a:ext cx="3291840" cy="1645920"/>
          </a:xfrm>
          <a:prstGeom prst="roundRect">
            <a:avLst>
              <a:gd name="adj" fmla="val 8333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4114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stage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526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@ORDERIQ_STAGE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892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create it yourself.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allowed, any table.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a named stage: four files, four tables, shareable with a team.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CSVs, then LIST the stage to prove they arrived.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Peek before you load: query the file from the stage with $1, $2 — no table needed.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2026-09-21T02:56:35Z</dcterms:created>
  <dcterms:modified xsi:type="dcterms:W3CDTF">2026-09-21T02:56:35Z</dcterms:modified>
</cp:coreProperties>
</file>