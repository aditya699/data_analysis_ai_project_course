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210312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20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0" y="2606040"/>
            <a:ext cx="121889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Revision: where we are</a:t>
            </a:r>
            <a:endParaRPr lang="en-US" sz="5600" dirty="0"/>
          </a:p>
        </p:txBody>
      </p:sp>
      <p:sp>
        <p:nvSpPr>
          <p:cNvPr id="4" name="Text 2"/>
          <p:cNvSpPr txBox="1"/>
          <p:nvPr/>
        </p:nvSpPr>
        <p:spPr>
          <a:xfrm>
            <a:off x="0" y="3749040"/>
            <a:ext cx="12188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built, what we fixed, and what we could not fix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BUILT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working warehouse, end to end.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822960" y="2011680"/>
            <a:ext cx="2377440" cy="1371600"/>
          </a:xfrm>
          <a:prstGeom prst="roundRect">
            <a:avLst>
              <a:gd name="adj" fmla="val 10000"/>
            </a:avLst>
          </a:prstGeom>
          <a:solidFill>
            <a:srgbClr val="1D1D1F"/>
          </a:solidFill>
          <a:ln w="12700">
            <a:solidFill>
              <a:srgbClr val="1D1D1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286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 files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6974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messy files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0" y="2011680"/>
            <a:ext cx="2377440" cy="1371600"/>
          </a:xfrm>
          <a:prstGeom prst="roundRect">
            <a:avLst>
              <a:gd name="adj" fmla="val 10000"/>
            </a:avLst>
          </a:prstGeom>
          <a:solidFill>
            <a:srgbClr val="1D1D1F"/>
          </a:solidFill>
          <a:ln w="12700">
            <a:solidFill>
              <a:srgbClr val="1D1D1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57600" y="2286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3840480" y="26974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loaded as-is, all text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92240" y="2011680"/>
            <a:ext cx="2377440" cy="1371600"/>
          </a:xfrm>
          <a:prstGeom prst="roundRect">
            <a:avLst>
              <a:gd name="adj" fmla="val 10000"/>
            </a:avLst>
          </a:prstGeom>
          <a:solidFill>
            <a:srgbClr val="1D1D1F"/>
          </a:solidFill>
          <a:ln w="12700">
            <a:solidFill>
              <a:srgbClr val="1D1D1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92240" y="2286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STAGING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675120" y="26974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cleaned views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326880" y="2011680"/>
            <a:ext cx="2377440" cy="1371600"/>
          </a:xfrm>
          <a:prstGeom prst="roundRect">
            <a:avLst>
              <a:gd name="adj" fmla="val 10000"/>
            </a:avLst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326880" y="2286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9509760" y="26974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 schema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3246120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6080760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8915400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3657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pieces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41148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3840480" y="411480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ORDERIQ_WH — X-Small, auto-suspends after 60 seconds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45720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3840480" y="457200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ORDERIQ_DB — three schemas: RAW, STAGING, ANALYTICS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822960" y="50292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Loading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3840480" y="502920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FF_CSV file format, ORDERIQ_STAGE, COPY INTO — 193k rows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822960" y="54864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Cleaning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3840480" y="548640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deduped, dates parsed, cities and categories standardised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822960" y="59436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3840480" y="594360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FACT_ORDER_ITEMS + DIM_DATE, DIM_CUSTOMER, DIM_PRODUCT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PROBLEMS WE FIXED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messes, four of them solved.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9202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L13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737360" y="1920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 rows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5577840" y="192024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Deduped by key in the staging views. RAW never touched.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9718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L14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737360" y="2971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date formats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5577840" y="297180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Parsed to real DATE. Unparseable rows become NULL, not errors.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0233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L15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737360" y="4023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Inconsistent text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5577840" y="402336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Delhi/delhi/Bombay/BLR standardised. Statuses and categories too.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50749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L16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737360" y="5074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Returns added revenue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5577840" y="507492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 used ABS(). Returns were adding money instead of subtracting it.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61264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Say: </a:t>
            </a:r>
            <a:pPr indent="0" marL="0">
              <a:buNone/>
            </a:pPr>
            <a:r>
              <a:rPr lang="en-US" sz="16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fix lives in a view, so RAW still holds the original mess. Every mistake we made stayed reversible.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ONE WE COULD NOT FIX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and QUANTITY disagree.</a:t>
            </a:r>
            <a:endParaRPr lang="en-US" sz="4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874520"/>
          <a:ext cx="58521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280160"/>
                <a:gridCol w="1371600"/>
                <a:gridCol w="118872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9B5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9B5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LINES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9B5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NEGATIVE QTY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9B5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POSITIVE QTY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5F5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CANCELLED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5F5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6,043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5F5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5F5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5,810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5F5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COMPLETED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5F5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104,460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5F5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4,147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5F5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100,313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5F5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PENDING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5F5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3,553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5F5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5F5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3,393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5F5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RETURNED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5F5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8,680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5F5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348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5F5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8,332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132320" y="18745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says</a:t>
            </a:r>
            <a:endParaRPr lang="en-US" sz="1900" dirty="0"/>
          </a:p>
        </p:txBody>
      </p:sp>
      <p:sp>
        <p:nvSpPr>
          <p:cNvPr id="6" name="Text 3"/>
          <p:cNvSpPr txBox="1"/>
          <p:nvPr/>
        </p:nvSpPr>
        <p:spPr>
          <a:xfrm>
            <a:off x="7132320" y="2331720"/>
            <a:ext cx="4206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348 of 8,680 RETURNED lines have negative quantity.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4,147 COMPLETED lines are negative — returns hiding under the wrong label.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Negatives sit at ~4% under every status. The label was never tied to the data.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4389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which one do we trust?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48463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QUANTITY is measured — it is the actual number of units, and negative means goods came back. We trust it.</a:t>
            </a:r>
            <a:endParaRPr lang="en-US" sz="16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is a label. It failed the check, so no revenue rule is built on it. It stays for filtering and counting only.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5943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Say: </a:t>
            </a:r>
            <a:pPr indent="0" marL="0">
              <a:buNone/>
            </a:pPr>
            <a:r>
              <a:rPr lang="en-US" sz="16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two columns describe the same thing and disagree, trust the one that was measured, not the one that was typed.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 STAND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foundation is done.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92024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193,000 rows loaded, cleaned and modelled into a star schema.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untouched, so every cleaning decision is reversible and auditable.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data quirks documented rather than hidden: unreliable STATUS, and NET_REVENUE which equals LINE_REVENUE because no status rule survived.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8404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Say: </a:t>
            </a:r>
            <a:pPr indent="0" marL="0">
              <a:buNone/>
            </a:pPr>
            <a:r>
              <a:rPr lang="en-US" sz="16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data is not data with no problems. It is data whose problems you have found, measured and written down.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2026-09-26T05:15:09Z</dcterms:created>
  <dcterms:modified xsi:type="dcterms:W3CDTF">2026-09-26T05:15:09Z</dcterms:modified>
</cp:coreProperties>
</file>