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mixed formats in STG_ORDERS. Explain why text dates break sorting, filtering and date maths. Then prompt the agent with TASK/CONTEXT/EXAMPLES/VERIFICATION and check the failed-row count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2 OF 4  ·  DATES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that looks like a date isn’t a date.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00400" cy="2148840"/>
          </a:xfrm>
          <a:prstGeom prst="roundRect">
            <a:avLst>
              <a:gd name="adj" fmla="val 6383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in the column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2025-06-05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17/12/2024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05 2025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2025/06/05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breaks everything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Sorting is alphabetical, not chronological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898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date maths: last 30 days, month, year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4655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Date filters silently return wrong rows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200400" cy="2148840"/>
          </a:xfrm>
          <a:prstGeom prst="roundRect">
            <a:avLst>
              <a:gd name="adj" fmla="val 6383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3774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all four formats to one real DATE.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Unparseable rows become NULL — they don’t kill the query.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same STAGING views. RAW untouched.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prompt the agent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09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29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do, in one line.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4709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5029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view names, rules: never touch RAW.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709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5029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real formats, so it doesn’t invent any.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4709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5029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Failed-row count, min/max date, before-and-after samples.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897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make the agent prove it. If 3,000 dates quietly became NULL, the query still succeeds — and your numbers are wrong.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2026-09-24T03:01:28Z</dcterms:created>
  <dcterms:modified xsi:type="dcterms:W3CDTF">2026-09-24T03:01:29Z</dcterms:modified>
</cp:coreProperties>
</file>